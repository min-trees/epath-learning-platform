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2286000" cy="9144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293"/>
                </a:solidFill>
              </a:defRPr>
            </a:pPr>
            <a:r>
              <a:t>[COMPANY LOGO]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5293"/>
                </a:solidFill>
              </a:defRPr>
            </a:pPr>
            <a:r>
              <a:t>HE THONG DAO TAO TRUC TUYEN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404040"/>
                </a:solidFill>
              </a:defRPr>
            </a:pPr>
            <a:r>
              <a:t>Huong dan su dung E-Path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2743200" cy="73152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404040"/>
                </a:solidFill>
              </a:defRPr>
            </a:pPr>
            <a:r>
              <a:t>Phong Nhan su - HR Department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Muc luc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C8DCF0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01. Dang nhap he thong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02. Giao dien chinh - Dashboard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03. Chuang trinh dao tao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04. Bai hoc va video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05. Tai lieu dinh kem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06. Bai kiem tra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07. Theo doi tien do hoc tap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08. Gui yeu cau ho tro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09. Theo doi yeu cau ho tro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10. Thong tin lien 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63040"/>
            <a:ext cx="41148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34747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[Chen hinh mo ta tai day]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01. Dang nhap He thong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Truy cap dia chi: [URL he thong E-Path]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146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Nhan nut 'Dang nhap' tren trang chu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06324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Nhap email cong ty (tai khoan)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06908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448056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Nhap mat khau duoc cap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07492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548640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321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Nhan 'Dang nhap' de vao he thong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08076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649224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65379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Lan dau dang nhap co the can xac thuc email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1463040"/>
            <a:ext cx="41148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34747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[Chen hinh minh hoa tai day]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02. Giao dien Chinh -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C8DCF0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Thong tin tai khoan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Hien thi o goc phai phia tren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Bao gom: Ten, email, phong ban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Thanh menu chinh (ben trai)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Chuong trinh dao tao - Danh sach khoa hoc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Bai hoc cua toi - Tien do ca nhan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Bai kiem tra - Cac bai thi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Yeu cau ho tro - Gui bao loi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Noi dung chinh (giua man hinh)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Tien do hoc tap tong quan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Cac khoa hoc dang ky gan day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Thong bao tu he thong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4864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34747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69696"/>
                </a:solidFill>
              </a:defRPr>
            </a:pPr>
            <a:r>
              <a:t>[Chen hinh mo ta tai day]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[IMG]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03. Chuang trinh Dao tao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Tu menu ben trai, chon 'Chuong trinh dao tao'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146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Xem danh sach tat ca khoa hoc hien 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06324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Nhan vao ten khoa hoc de xem chi tiet: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06908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448056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   - Mo ta noi dung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07492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548640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321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   - So bai hoc va thoi luong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08076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649224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65379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   - Giang vien huong dan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708660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749808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7589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75438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Nhan nut 'Dang ky' de tham gia khoa hoc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809244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850392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8595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85496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Khoa hoc duoc them vao 'Bai hoc cua toi'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1463040"/>
            <a:ext cx="41148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34747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[Chen hinh minh hoa tai day]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04. Bai hoc va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C8DCF0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Chon bai hoc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Vao khoa hoc da dang ky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Danh sach bai hoc hien thi theo thu tu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Xem video bai giang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Video phat o chinh giua man hinh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Cac nut dieu khien: Play/Pause, Am luong, Toan man hinh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Thanh tien trinh de tua nhanh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Danh dau hoan thanh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Sau khi xem xong, nhan 'Hoan thanh bai hoc'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Co the xem lai video khong gioi han so lan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Chuyen bai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Nut 'Bai tiep theo' hoac tu dong chuyen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4864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34747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69696"/>
                </a:solidFill>
              </a:defRPr>
            </a:pPr>
            <a:r>
              <a:t>[Chen hinh mo ta tai day]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[IMG]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05. Tai lieu Dinh kem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C8DCF0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Tai lieu bai hoc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Mot so bai hoc co tai lieu di kem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Nut 'Tai tai lieu' nam duoi video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Cac loai file ho tro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PDF - Tai lieu dinh dang PDF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Word (.doc, .docx) - Van ban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Excel (.xls, .xlsx) - Bang tinh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PowerPoint (.ppt, .pptx) - Trinh chieu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Tai ve may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Nhan vao file de tai ve may tinh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Hoac xem truc tiep tren trinh duyet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4864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34747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69696"/>
                </a:solidFill>
              </a:defRPr>
            </a:pPr>
            <a:r>
              <a:t>[Chen hinh mo ta tai day]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[IMG]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06. Bai Kiem 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C8DCF0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Diem kiem tra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Bat dau sau khi hoan thanh cac bai hoc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Vao tu menu 'Bai kiem tra' hoac tu khoa hoc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Thong tin bai thi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So luong cau hoi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Thoi gian lam bai (neu co gioi han)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So lan duoc lam lai (neu cho phep)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Lam bai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Doc ky de bai va cau hoi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Chon dap an dung cho moi cau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Co the danh dau de xem lai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Nhan 'Nop bai' khi hoan thanh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Xem ket qua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Hien thi diem so ngay sau khi nop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Xem lai dap an dung/sai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4864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34747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69696"/>
                </a:solidFill>
              </a:defRPr>
            </a:pPr>
            <a:r>
              <a:t>[Chen hinh mo ta tai day]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[IMG]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07. Theo doi Tien do Hoc tap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C8DCF0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Trang 'Bai hoc cua toi'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Vao tu menu chinh ben trai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Hien thi toan bo khoa hoc da dang ky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Thong ke ca nhan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Phan tram hoan thanh tung khoa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So khoa da hoan thanh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Bieu do tien do theo thoi gian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Chi tiet khoa hoc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So bai da hoc / Tong so bai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Diem kiem tra cao nhat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Ngay bat dau va ngay hoan thanh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Chung chi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Nhan chung chi khi hoan thanh 100% khoa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Co the tai ve hoac chia 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4864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34747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69696"/>
                </a:solidFill>
              </a:defRPr>
            </a:pPr>
            <a:r>
              <a:t>[Chen hinh mo ta tai day]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[IMG]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08. Gui Yeu cau Ho tro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Vao menu 'Yeu cau ho tro'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146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Nhan nut 'Tao yeu cau moi'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06324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Dien day du thong tin: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06908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448056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   - Tieu de: Mo ta ngan gon van 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07492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548640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321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   - Danh muc: Loai loi gap phai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08076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649224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65379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   - Muc do uu tien: Thap / Trung binh / Cao / Khan cap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708660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749808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7589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75438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   - Mo ta chi tiet: Giai thich rõ van 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809244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850392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8595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85496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   - Dinh kem anh neu can (chup man hinh loi)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909828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200" y="950976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96012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95554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Nhan 'Gui yeu cau' de gui 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10104120"/>
            <a:ext cx="36576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7200" y="10515600"/>
            <a:ext cx="54864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10607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105613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Theo doi trang thai trong 'Yeu cau cua toi'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1463040"/>
            <a:ext cx="41148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34747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[Chen hinh minh hoa tai day]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09. Trang thai Yeu cau Ho tro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Trang thai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Nghia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Han dong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Yeu cau vua duoc gui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Cho duyet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Dang xu 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Dang duoc xem xet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Cho phan hoi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 giai quyet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 co loi giai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Kiem tra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 dong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 hoan 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Dong yeu cau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1148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34747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[Chen hinh minh hoa]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6692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10. Thong tin Lien he Ho 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C8DCF0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• Phong Nhan su - HR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Ho tro ve: Dang ky khoa hoc, Chung chi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Email: hr@company.com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• Phong CNTT - IT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Ho tro ky thuat, Bao loi he thong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Email: it-support@company.com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• Qua he thong E-Path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Gui yeu cau truc tuyen 24/7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Phan hoi trong gio lam viec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• Ghi chu quan trong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Lien he som khi gap su co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Cung cap anh chup man hinh loi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Mo ta chi tiet cac buoc de tai hien loi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63040"/>
            <a:ext cx="4114800" cy="47548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34747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[Chen hinh mo ta tai day]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CAM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0"/>
                </a:solidFill>
              </a:defRPr>
            </a:pPr>
            <a:r>
              <a:t>Chuc cac ban hoc tap hieu qua!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C8DC"/>
                </a:solidFill>
              </a:defRPr>
            </a:pPr>
            <a:r>
              <a:t>Lien he: hr@company.com | it-support@company.com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