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Hệ thống Đào tạo Trực tuyến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3366"/>
                </a:solidFill>
              </a:defRPr>
            </a:pPr>
            <a:r>
              <a:t>E-Path Training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E-Path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3366"/>
                </a:solidFill>
              </a:defRPr>
            </a:pPr>
            <a:r>
              <a:t>Hướng dẫn sử dụng cho Nhân viên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Đăng nhập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Truy cập địa chỉ: [URL hệ thống]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Nhấn nút 'Đăng nhập'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Sử dụng tài khoản email công ty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Nhập mật khẩu được cấp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Đăng nhập lần đầu có thể cần xác thực email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Lưu ý: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Nếu chưa có tài khoản, liên hệ phòng nhân sự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Quên mật khẩu: Nhấn 'Quên mật khẩu' để reset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E-Path Training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Giao diện Chính -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Hiển thị thông tin cá nhân ở góc phải trên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Thanh menu chính bên trái: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Chương trình đào tạo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Bài học của tôi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Bài kiểm tra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Yêu cầu hỗ trợ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Thống kê cá nhân: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Tiến độ học tập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Số khóa hoàn thành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Bài kiểm tra đã làm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Thông báo mới từ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E-Path Training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Chương trình Đào tạo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Vào mục 'Chương trình đào tạo' từ menu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Xem danh sách các khóa học hiện có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Thông tin mỗi khóa học: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Tên khóa học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Mô tả nội dung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Thời lượng ước tính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Số lượng bài học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Trạng thái: Đã đăng ký / Chưa đăng ký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Nhấn vào khóa học để xem chi tiết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Nhấn 'Đăng ký' để tham gia khóa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E-Path Training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Bài học - Xem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Chọn khóa học đã đăng ký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Danh sách bài học hiển thị theo thứ tự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Nhấn vào bài học để bắt đầu: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Video bài giảng ở giữa màn hình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Các nút điều khiển: Play/Pause, âm lượng, toàn màn hình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Thanh tiến trình để tua video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Đánh dấu hoàn thành sau khi xem xong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Chuyển bài: Tự động hoặc nhấn 'Bài tiếp theo'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Mẹo: Có thể xem lại video không giới hạn số lần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E-Path Training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Tài liệu Đính kèm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Mỗi bài học có thể có tài liệu đính kèm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Nút 'Tải tài liệu' hiển thị dưới video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Các loại file hỗ trợ: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PDF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Word (.doc, .docx)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Excel (.xls, .xlsx)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PowerPoint (.ppt, .pptx)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Nhấn để tải về máy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Một số tài liệu có thể xem trực tiếp trên trình duyệt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E-Path Training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Bài Kiểm 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Sau khi hoàn thành bài học, có thể làm bài kiểm tra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Vào mục 'Bài kiểm tra' hoặc nhấn từ khóa học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Thông tin bài kiểm tra: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Số câu hỏi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Thời gian làm bài (nếu có giới hạn)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Số lần được làm lại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Làm bài: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Chọn đáp án đúng cho mỗi câu hỏi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Có thể đánh dấu câu chưa chắc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Nộp bài và xem kết quả ngay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E-Path Training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Theo dõi Tiến độ Học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Vào mục 'Bài học của tôi' từ menu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Dashboard tiến độ cá nhân: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% hoàn thành mỗi khóa học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Biểu đồ thống kê theo tuần/tháng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Danh sách khóa học đã hoàn thành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Chi tiết từng khóa: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Số bài đã học / tổng số bài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Điểm bài kiểm tra cao nhất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Ngày hoàn thành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Chứng chỉ: Nhận chứng chỉ khi hoàn thành 100% khóa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E-Path Training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Gửi Yêu cầu Hỗ trợ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Khi gặp sự cố, vào mục 'Yêu cầu hỗ trợ'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Nhấn 'Tạo yêu cầu mới'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Điền thông tin: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Tiêu đề: Mô tả ngắn gọn vấn đề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Danh mục: Lỗi hệ thống / Lỗi video / Lỗi đăng nhập / ...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Mức độ ưu tiên: Thấp / Trung bình / Cao / Khẩn cấp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Mô tả chi tiết vấn đề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Ảnh chụp màn hình (nếu có)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Nhấn 'Gửi yêu cầu'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Theo dõi trạng thái trong 'Yêu cầu của tôi'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E-Path Training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Trạng thái Yêu cầu Hỗ trợ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Vào 'Yêu cầu hỗ trợ' &gt; 'Yêu cầu của tôi'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Các trạng thái: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Mới: Yêu cầu vừa được gửi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Đang xử lý: Đội kỹ thuật đang xem xét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Đã giải quyết: Vấn đề đã được xử lý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Đã đóng: Yêu cầu đã hoàn tất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Xem chi tiết từng yêu cầu: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Trạng thái hiện tại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Ghi chú từ admin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Thời gian xử lý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Có thể xác nhận đóng yêu cầu khi đã được giải quyết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E-Path Training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Tính năng Bổ 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Thông báo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Nhận thông báo về khóa học mới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Nhắc nhở bài học chưa hoàn thành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Thông báo kết quả bài kiểm 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Hồ sơ cá nhân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Xem thông tin tài khoản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Thay đổi thông tin cá nhân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Đăng xuất khi cần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18288" cy="4572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Mẹo sử dụng Hiệu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Lên lịch học tập: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Dành 30-60 phút mỗi ngày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Học vào thời gian ít bị gián đoạn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Ghi chú khi học: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Ghi lại các điểm quan trọng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Đánh dấu phần cần xem lại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Làm bài kiểm tra: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Đọc kỹ đề bài trước khi trả lời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Kiểm tra lại trước khi nộp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Liên hệ hỗ trợ kịp thời khi gặp sự cố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E-Path Training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Xử lý Sự cố Thường gặp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Video không phát được: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Kiểm tra kết nối internet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Xóa cache trình duyệt, thử trình duyệt khác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Không đăng nhập được: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Kiểm tra lại email và mật khẩu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Nhấn 'Quên mật khẩu' hoặc liên hệ IT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Bài kiểm tra mất kết quả: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Không tắt tab khi đang làm bài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Thử làm lại nếu còn lượt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Tài liệu không tải được: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Kiểm tra quyền truy cập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E-Path Training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Thông tin Liên hệ Hỗ trợ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Phòng Nhân sự - HR: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Hỗ trợ về đăng ký khóa học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Thông tin chứng chỉ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Phòng IT: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Hỗ trợ kỹ thuật</a:t>
            </a:r>
          </a:p>
          <a:p>
            <a:pPr lvl="1"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- Báo lỗi hệ thống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Email hỗ trợ: [email@company.com]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Nội bộ: Gửi yêu cầu qua hệ thống E-Path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E-Path Training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Bắt đầu Học tập Ngay!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3366"/>
                </a:solidFill>
              </a:defRPr>
            </a:pPr>
            <a:r>
              <a:t>E-Path luôn sẵn sàng hỗ trợ bạn</a:t>
            </a:r>
            <a:br/>
            <a:r>
              <a:t>Hãy đầu tư thời gian để phát triển bản thân!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