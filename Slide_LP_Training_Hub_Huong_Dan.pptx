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365760"/>
            <a:ext cx="2468880" cy="100584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0" y="594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293"/>
                </a:solidFill>
              </a:defRPr>
            </a:pPr>
            <a:r>
              <a:t>[COMPANY LOGO]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5293"/>
                </a:solidFill>
              </a:defRPr>
            </a:pPr>
            <a:r>
              <a:t>LP TRAINING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333333"/>
                </a:solidFill>
              </a:defRPr>
            </a:pPr>
            <a:r>
              <a:t>Huong dan su dung he thong dao tao truc tuyen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389120"/>
            <a:ext cx="3657600" cy="7315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66666"/>
                </a:solidFill>
              </a:defRPr>
            </a:pPr>
            <a:r>
              <a:t>Phong Nhan su - HR 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B4B4B4"/>
                </a:solidFill>
              </a:defRPr>
            </a:pPr>
            <a:r>
              <a:t>Version 1.0 - 2024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Muc luc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01. Gioi thieu he thong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02. Dang nhap he thong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03. Giao dien trang chu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04. Chuong trinh cua toi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05. Noi dung bai hoc - Video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06. Tai lieu dinh kem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07. Bai kiem tra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08. Tien do hoc tap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09. Khoa hoc cong khai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10. Gui yeu cau ho tro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11. Xu ly su co thuong gap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12. Thong tin lien 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01. Gioi thieu LP Training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LP Training Hub la gi?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He thong dao tao truc tuyen noi bo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Giup nhan vien hoc tap moi luc, moi noi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Theo doi tien do hoc tap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chung chi khi hoan thanh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Cac chuc nang chinh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Trang chu - Tong quan tien do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Chuong trinh cua toi - Khoa hoc duoc gan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Khoa hoc - Khoa hoc cong khai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Ho so - Thong tin ca nhan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Ho tro - Gui yeu cau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02. Dang nhap He thong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Mo trinh duyet web (Chrome, Edge, Firefox...)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90195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134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860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Truy cap dia chi: [URL he thong LP Training Hub]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77063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821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546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Nhap email cong ty va mat khau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363931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Nhan nut 'Dang nhap'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450799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484632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Xac thuc 2 buoc neu duoc yeu cau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03. Giao dien Trang chu -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Thong tin hien thi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Xin chao + Ten nhan vien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So lieu thong ke: Chuong trinh duoc gan, Dang hoc, Da hoan thanh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Tien do trung binh (%)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Cac thanh phan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Menu dieu huong ben trai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Noi dung chinh o giua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Thong bao o goc phai tren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Thao tac nhanh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Xem tat ca chuong trinh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Xem tien do cua toi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04. Chuong trinh cua toi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Xem danh sach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Cac khoa hoc duoc admin gan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Phan loai: Dang hoc, Da hoan thanh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Hien thi tien do cua tung chuong trinh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Thong tin hien thi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Ten chuong trinh va mo ta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Trang thai: Chua bat dau / Dang hoc / Hoan thanh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Phan tram tien do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So bai da hoc / Tong so bai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Bat dau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'Bat dau hoc' hoac 'Tiep tuc'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He thong chuyen den trang bai hoc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05. Noi dung BAI HOC - Video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Chon bai hoc tu danh sach trong chuong trinh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90195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16408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372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098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Video bat dau phat o giua man hinh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69443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295656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297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022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Su dung cac nut dieu khien: Play/Pause, Am luong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348691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221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947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Tua video bang thanh tien trinh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427939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454152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146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872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Chon toc do phat: 0.5x, 1x, 1.25x, 1.5x, 2x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507187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533400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071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797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Nhan 'Hoan thanh' sau khi xem xong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06. Tai lieu Dinh kem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Vi tri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Nam o phia duoi video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Hien thi khi bai hoc co tai lieu di kem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Cac loai file ho tro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PDF (.pdf) - Tai lieu dinh dang PDF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Word (.doc, .docx) - Van ban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Excel (.xls, .xlsx) - Bang tinh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PowerPoint (.ppt, .pptx) - Trinh chieu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Cach tai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vao ten file hoac nut tai 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Mot so file co the xem truc tiep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07. Bai Kiem 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Khi nao lam bai thi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Sau khi hoan thanh cac bai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Hoac tai bai hoc cuoi co bai kiem tra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Cac buoc lam bai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Doc ky de bai va huong dan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Tra loi tung cau hoi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 the danh dau de xem lai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Nop bai khi hoan thanh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Xem ket qua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Diem so hien thi ngay sau khi nop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Xem dap an dung/sai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 the lam lai neu cho phep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08. Tien do Hoc 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Xem tien do ca nhan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Vao 'Tien do cua toi' tu menu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Tien do trung binh tat ca khoa hoc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Danh sach khoa hoc theo trang thai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Bieu do thong ke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Thanh phan tram tien do tong quan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Danh sach chi tiet tung khoa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Chung chi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chung chi khi hoan thanh 100%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Co the tai ve PDF hoac chia 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09. Khoa hoc Cong khai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Khac biet voi Chuong trinh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Tu dang ky (khong phai admin gan)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Tuy chon (khong bat buoc)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Tim kiem va loc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Tim kiem theo tu khoa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Loc theo trinh do: Co ban, Trung binh, Nang cao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Loc theo danh muc: CNTT, HR, Sales, Marketing...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Xep sep: Moi nhat, Pho bien, Danh gia cao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Dang ky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'Dang ky' hoac 'Tham gia'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Khoa hoc duoc them vao danh sach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10. Gui Yeu cau Ho tro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Vao menu 'Ho tro'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90195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16408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372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098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Nhan 'Tao yeu cau moi'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69443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295656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297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022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Dien thong tin: Tieu de, Danh muc, Muc do uu tien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348691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221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947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Viet mo ta chi tiet van de gap phai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427939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454152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146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872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Dinh kem anh chup man hinh (neu can)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5071872"/>
            <a:ext cx="27432" cy="32004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5334000"/>
            <a:ext cx="502920" cy="502920"/>
          </a:xfrm>
          <a:prstGeom prst="ellipse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071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797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Nhan 'Gui yeu cau'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Trang thai Yeu cau Ho tro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Trang thai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Nghia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Han dong tiep theo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Moi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Vua gui, cho xu ly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Cho nhan vien ho tro xem xet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Dang xu 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Duoc nhan, dang xem xet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Cho phan hoi tu ho tro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Da tra loi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Co phan hoi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Kiem tra va phan hoi lai neu can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Da giai quyet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Van de da xu ly xong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Xac nhan dong yeu cau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Da dong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Yeu cau hoan tat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Da ket thuc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2179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Nhan vao dong de xem chi tiet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11. Xu ly Su co Thuong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Video khong phat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Kiem tra ket noi internet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Refresh trang hoac xoa cache trinh duyet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Thu trinh duyet khac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Khong dang nhap duoc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Kiem tra email va mat khau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Nhan 'Quen mat khau' neu can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Lien he IT neu tai khoan bi khoa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Bai thi mat ket qua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Khong tat tab khi dang lam bai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Thu lam lai neu con luot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92608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12. Thong tin Lien he Ho 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Bo phan ho tro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Phong Nhan su (HR): Khoa hoc, Chung chi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Phong CNTT (IT): Loi ky thuat, He thong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Cach lien he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Qua he thong: Menu Ho tro &gt; Tao yeu cau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Qua email: hr@company.com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Truc tiep: Den phong ban lien quan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005293"/>
                </a:solidFill>
              </a:defRPr>
            </a:pPr>
            <a:r>
              <a:t>▶ Thoi gian ho tro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Gio hanh chinh: 8:00 - 17:30 (T2 - T6)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Khong lam viec: Chu nhat, ngay 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4114800" cy="4846320"/>
          </a:xfrm>
          <a:prstGeom prst="roundRect">
            <a:avLst/>
          </a:prstGeom>
          <a:solidFill>
            <a:srgbClr val="F8F8F8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918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[HINH ANH MO 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Chen hinh minh hoa</a:t>
            </a:r>
            <a:br/>
            <a:r>
              <a:t>tai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CAM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5"/>
                </a:solidFill>
              </a:defRPr>
            </a:pPr>
            <a:r>
              <a:t>Chuc cac ban hoc tap hieu qua!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572000"/>
            <a:ext cx="2103120" cy="54864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C8E6"/>
                </a:solidFill>
              </a:defRPr>
            </a:pPr>
            <a:r>
              <a:t>Lien he: hr@company.com | it-support@company.com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